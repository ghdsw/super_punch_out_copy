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sldIdLst>
    <p:sldId id="256" r:id="rId2"/>
    <p:sldId id="265" r:id="rId3"/>
    <p:sldId id="273" r:id="rId4"/>
  </p:sldIdLst>
  <p:sldSz cx="12192000" cy="6858000"/>
  <p:notesSz cx="6858000" cy="9144000"/>
  <p:defaultTextStyle>
    <a:defPPr>
      <a:defRPr lang="ko-KR"/>
    </a:defPPr>
    <a:lvl1pPr marL="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보통 스타일 2 - 강조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  <a:tblStyle styleId="{073A0DAA-6AF3-43AB-8588-CEC1D06C72B9}" styleName="보통 스타일 2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dk1">
              <a:tint val="20000"/>
            </a:schemeClr>
          </a:solidFill>
        </a:fill>
      </a:tcStyle>
    </a:wholeTbl>
    <a:band1H>
      <a:tcStyle>
        <a:tcBdr/>
        <a:fill>
          <a:solidFill>
            <a:schemeClr val="dk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dk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dk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dk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dk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dk1"/>
          </a:solidFill>
        </a:fill>
      </a:tcStyle>
    </a:firstRow>
  </a:tblStyle>
  <a:tblStyle styleId="{9D7B26C5-4107-4FEC-AEDC-1716B250A1EF}" styleName="밝은 스타일 1">
    <a:wholeTbl>
      <a:tcTxStyle>
        <a:fontRef idx="minor">
          <a:scrgbClr r="0" g="0" b="0"/>
        </a:fontRef>
        <a:schemeClr val="tx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 w="12700" cmpd="sng">
              <a:solidFill>
                <a:schemeClr val="tx1"/>
              </a:solidFill>
            </a:ln>
          </a:top>
          <a:bottom>
            <a:ln w="12700" cmpd="sng">
              <a:solidFill>
                <a:schemeClr val="tx1"/>
              </a:solidFill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  <a:band1H>
      <a:tcStyle>
        <a:tcBdr/>
        <a:fill>
          <a:solidFill>
            <a:schemeClr val="tx1">
              <a:alpha val="2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tx1">
              <a:alpha val="2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12700" cmpd="sng">
              <a:solidFill>
                <a:schemeClr val="tx1"/>
              </a:solidFill>
            </a:ln>
          </a:top>
        </a:tcBdr>
        <a:fill>
          <a:noFill/>
        </a:fill>
      </a:tcStyle>
    </a:lastRow>
    <a:firstRow>
      <a:tcTxStyle b="on"/>
      <a:tcStyle>
        <a:tcBdr>
          <a:bottom>
            <a:ln w="12700" cmpd="sng">
              <a:solidFill>
                <a:schemeClr val="tx1"/>
              </a:solidFill>
            </a:ln>
          </a:bottom>
        </a:tcBdr>
        <a:fill>
          <a:noFill/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3032" autoAdjust="0"/>
    <p:restoredTop sz="94660"/>
  </p:normalViewPr>
  <p:slideViewPr>
    <p:cSldViewPr snapToGrid="0">
      <p:cViewPr varScale="1">
        <p:scale>
          <a:sx n="79" d="100"/>
          <a:sy n="79" d="100"/>
        </p:scale>
        <p:origin x="941" y="8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tableStyles" Target="tableStyles.xml"/><Relationship Id="rId3" Type="http://schemas.openxmlformats.org/officeDocument/2006/relationships/slide" Target="slides/slide2.xml"/><Relationship Id="rId7" Type="http://schemas.openxmlformats.org/officeDocument/2006/relationships/theme" Target="theme/theme1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viewProps" Target="viewProps.xml"/><Relationship Id="rId5" Type="http://schemas.openxmlformats.org/officeDocument/2006/relationships/presProps" Target="presProps.xml"/><Relationship Id="rId4" Type="http://schemas.openxmlformats.org/officeDocument/2006/relationships/slide" Target="slides/slide3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제목 슬라이드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A866C30D-1D12-BF52-1DD2-D5BE886D7F99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부제목 2">
            <a:extLst>
              <a:ext uri="{FF2B5EF4-FFF2-40B4-BE49-F238E27FC236}">
                <a16:creationId xmlns:a16="http://schemas.microsoft.com/office/drawing/2014/main" id="{B1E38A00-681D-6837-271D-13DAE4589779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ko-KR" altLang="en-US"/>
              <a:t>클릭하여 마스터 부제목 스타일 편집</a:t>
            </a:r>
          </a:p>
        </p:txBody>
      </p:sp>
      <p:sp>
        <p:nvSpPr>
          <p:cNvPr id="4" name="날짜 개체 틀 3">
            <a:extLst>
              <a:ext uri="{FF2B5EF4-FFF2-40B4-BE49-F238E27FC236}">
                <a16:creationId xmlns:a16="http://schemas.microsoft.com/office/drawing/2014/main" id="{E3FF8F4F-261D-0F55-1B5C-9F38F5A880C8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D458F89-5B25-4C9F-A754-78854E365C60}" type="datetimeFigureOut">
              <a:rPr lang="ko-KR" altLang="en-US" smtClean="0"/>
              <a:t>2025-12-08</a:t>
            </a:fld>
            <a:endParaRPr lang="ko-KR" altLang="en-US"/>
          </a:p>
        </p:txBody>
      </p:sp>
      <p:sp>
        <p:nvSpPr>
          <p:cNvPr id="5" name="바닥글 개체 틀 4">
            <a:extLst>
              <a:ext uri="{FF2B5EF4-FFF2-40B4-BE49-F238E27FC236}">
                <a16:creationId xmlns:a16="http://schemas.microsoft.com/office/drawing/2014/main" id="{44DACA06-83B8-091E-9191-98EB9457C17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6" name="슬라이드 번호 개체 틀 5">
            <a:extLst>
              <a:ext uri="{FF2B5EF4-FFF2-40B4-BE49-F238E27FC236}">
                <a16:creationId xmlns:a16="http://schemas.microsoft.com/office/drawing/2014/main" id="{74CD6027-7B66-748E-EAE2-DA1B63AC8BF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D328F8C-ED35-4A28-8229-A3A7C83CFE3F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31415249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제목 및 내용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76AC69CD-2D40-5AC1-5C1E-809CD0B164C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내용 개체 틀 2">
            <a:extLst>
              <a:ext uri="{FF2B5EF4-FFF2-40B4-BE49-F238E27FC236}">
                <a16:creationId xmlns:a16="http://schemas.microsoft.com/office/drawing/2014/main" id="{54225C7E-F845-19D7-1011-F7952AA5A57C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ko-KR" altLang="en-US"/>
              <a:t>마스터 텍스트 스타일을 편집하려면 클릭</a:t>
            </a:r>
          </a:p>
          <a:p>
            <a:pPr lvl="1"/>
            <a:r>
              <a:rPr lang="ko-KR" altLang="en-US"/>
              <a:t>두 번째 수준</a:t>
            </a:r>
          </a:p>
          <a:p>
            <a:pPr lvl="2"/>
            <a:r>
              <a:rPr lang="ko-KR" altLang="en-US"/>
              <a:t>세 번째 수준</a:t>
            </a:r>
          </a:p>
          <a:p>
            <a:pPr lvl="3"/>
            <a:r>
              <a:rPr lang="ko-KR" altLang="en-US"/>
              <a:t>네 번째 수준</a:t>
            </a:r>
          </a:p>
          <a:p>
            <a:pPr lvl="4"/>
            <a:r>
              <a:rPr lang="ko-KR" altLang="en-US"/>
              <a:t>다섯 번째 수준</a:t>
            </a:r>
          </a:p>
        </p:txBody>
      </p:sp>
      <p:sp>
        <p:nvSpPr>
          <p:cNvPr id="4" name="날짜 개체 틀 3">
            <a:extLst>
              <a:ext uri="{FF2B5EF4-FFF2-40B4-BE49-F238E27FC236}">
                <a16:creationId xmlns:a16="http://schemas.microsoft.com/office/drawing/2014/main" id="{60E1281E-0C24-EF92-534E-16E630788F0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D458F89-5B25-4C9F-A754-78854E365C60}" type="datetimeFigureOut">
              <a:rPr lang="ko-KR" altLang="en-US" smtClean="0"/>
              <a:t>2025-12-08</a:t>
            </a:fld>
            <a:endParaRPr lang="ko-KR" altLang="en-US"/>
          </a:p>
        </p:txBody>
      </p:sp>
      <p:sp>
        <p:nvSpPr>
          <p:cNvPr id="5" name="바닥글 개체 틀 4">
            <a:extLst>
              <a:ext uri="{FF2B5EF4-FFF2-40B4-BE49-F238E27FC236}">
                <a16:creationId xmlns:a16="http://schemas.microsoft.com/office/drawing/2014/main" id="{A27E5202-D7AC-DEA6-8897-2186A24229B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6" name="슬라이드 번호 개체 틀 5">
            <a:extLst>
              <a:ext uri="{FF2B5EF4-FFF2-40B4-BE49-F238E27FC236}">
                <a16:creationId xmlns:a16="http://schemas.microsoft.com/office/drawing/2014/main" id="{ED1EA449-1F87-12CF-6FC9-A3C9E5DC2C4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D328F8C-ED35-4A28-8229-A3A7C83CFE3F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308556174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구역 머리글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DD1FB66C-8F65-7B6E-90EA-ECFDB6F97413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텍스트 개체 틀 2">
            <a:extLst>
              <a:ext uri="{FF2B5EF4-FFF2-40B4-BE49-F238E27FC236}">
                <a16:creationId xmlns:a16="http://schemas.microsoft.com/office/drawing/2014/main" id="{B4BFD643-858E-E863-A337-FEBD521F0DB4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82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82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82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9pPr>
          </a:lstStyle>
          <a:p>
            <a:pPr lvl="0"/>
            <a:r>
              <a:rPr lang="ko-KR" altLang="en-US"/>
              <a:t>마스터 텍스트 스타일을 편집하려면 클릭</a:t>
            </a:r>
          </a:p>
        </p:txBody>
      </p:sp>
      <p:sp>
        <p:nvSpPr>
          <p:cNvPr id="4" name="날짜 개체 틀 3">
            <a:extLst>
              <a:ext uri="{FF2B5EF4-FFF2-40B4-BE49-F238E27FC236}">
                <a16:creationId xmlns:a16="http://schemas.microsoft.com/office/drawing/2014/main" id="{DF728070-F5ED-F170-6726-D0427097228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D458F89-5B25-4C9F-A754-78854E365C60}" type="datetimeFigureOut">
              <a:rPr lang="ko-KR" altLang="en-US" smtClean="0"/>
              <a:t>2025-12-08</a:t>
            </a:fld>
            <a:endParaRPr lang="ko-KR" altLang="en-US"/>
          </a:p>
        </p:txBody>
      </p:sp>
      <p:sp>
        <p:nvSpPr>
          <p:cNvPr id="5" name="바닥글 개체 틀 4">
            <a:extLst>
              <a:ext uri="{FF2B5EF4-FFF2-40B4-BE49-F238E27FC236}">
                <a16:creationId xmlns:a16="http://schemas.microsoft.com/office/drawing/2014/main" id="{EC6C58FD-C8F8-53A9-6561-62DCFAEFB19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6" name="슬라이드 번호 개체 틀 5">
            <a:extLst>
              <a:ext uri="{FF2B5EF4-FFF2-40B4-BE49-F238E27FC236}">
                <a16:creationId xmlns:a16="http://schemas.microsoft.com/office/drawing/2014/main" id="{C4C8F33F-F39A-A513-F0A1-BD11B63DE58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D328F8C-ED35-4A28-8229-A3A7C83CFE3F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88998624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콘텐츠 2개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F7B8DE63-DAD5-092D-B247-FC5C7CF7378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내용 개체 틀 2">
            <a:extLst>
              <a:ext uri="{FF2B5EF4-FFF2-40B4-BE49-F238E27FC236}">
                <a16:creationId xmlns:a16="http://schemas.microsoft.com/office/drawing/2014/main" id="{65742EC9-FAEC-FF0B-706A-CE9BB0C9231F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ko-KR" altLang="en-US"/>
              <a:t>마스터 텍스트 스타일을 편집하려면 클릭</a:t>
            </a:r>
          </a:p>
          <a:p>
            <a:pPr lvl="1"/>
            <a:r>
              <a:rPr lang="ko-KR" altLang="en-US"/>
              <a:t>두 번째 수준</a:t>
            </a:r>
          </a:p>
          <a:p>
            <a:pPr lvl="2"/>
            <a:r>
              <a:rPr lang="ko-KR" altLang="en-US"/>
              <a:t>세 번째 수준</a:t>
            </a:r>
          </a:p>
          <a:p>
            <a:pPr lvl="3"/>
            <a:r>
              <a:rPr lang="ko-KR" altLang="en-US"/>
              <a:t>네 번째 수준</a:t>
            </a:r>
          </a:p>
          <a:p>
            <a:pPr lvl="4"/>
            <a:r>
              <a:rPr lang="ko-KR" altLang="en-US"/>
              <a:t>다섯 번째 수준</a:t>
            </a:r>
          </a:p>
        </p:txBody>
      </p:sp>
      <p:sp>
        <p:nvSpPr>
          <p:cNvPr id="4" name="내용 개체 틀 3">
            <a:extLst>
              <a:ext uri="{FF2B5EF4-FFF2-40B4-BE49-F238E27FC236}">
                <a16:creationId xmlns:a16="http://schemas.microsoft.com/office/drawing/2014/main" id="{F339F6EB-A54B-73A5-CCDC-E5F8161163F3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ko-KR" altLang="en-US"/>
              <a:t>마스터 텍스트 스타일을 편집하려면 클릭</a:t>
            </a:r>
          </a:p>
          <a:p>
            <a:pPr lvl="1"/>
            <a:r>
              <a:rPr lang="ko-KR" altLang="en-US"/>
              <a:t>두 번째 수준</a:t>
            </a:r>
          </a:p>
          <a:p>
            <a:pPr lvl="2"/>
            <a:r>
              <a:rPr lang="ko-KR" altLang="en-US"/>
              <a:t>세 번째 수준</a:t>
            </a:r>
          </a:p>
          <a:p>
            <a:pPr lvl="3"/>
            <a:r>
              <a:rPr lang="ko-KR" altLang="en-US"/>
              <a:t>네 번째 수준</a:t>
            </a:r>
          </a:p>
          <a:p>
            <a:pPr lvl="4"/>
            <a:r>
              <a:rPr lang="ko-KR" altLang="en-US"/>
              <a:t>다섯 번째 수준</a:t>
            </a:r>
          </a:p>
        </p:txBody>
      </p:sp>
      <p:sp>
        <p:nvSpPr>
          <p:cNvPr id="5" name="날짜 개체 틀 4">
            <a:extLst>
              <a:ext uri="{FF2B5EF4-FFF2-40B4-BE49-F238E27FC236}">
                <a16:creationId xmlns:a16="http://schemas.microsoft.com/office/drawing/2014/main" id="{2F7DE166-F717-855A-D793-61853D19F17C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D458F89-5B25-4C9F-A754-78854E365C60}" type="datetimeFigureOut">
              <a:rPr lang="ko-KR" altLang="en-US" smtClean="0"/>
              <a:t>2025-12-08</a:t>
            </a:fld>
            <a:endParaRPr lang="ko-KR" altLang="en-US"/>
          </a:p>
        </p:txBody>
      </p:sp>
      <p:sp>
        <p:nvSpPr>
          <p:cNvPr id="6" name="바닥글 개체 틀 5">
            <a:extLst>
              <a:ext uri="{FF2B5EF4-FFF2-40B4-BE49-F238E27FC236}">
                <a16:creationId xmlns:a16="http://schemas.microsoft.com/office/drawing/2014/main" id="{7B7E7D72-304B-5548-BCCE-9F5243D6492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7" name="슬라이드 번호 개체 틀 6">
            <a:extLst>
              <a:ext uri="{FF2B5EF4-FFF2-40B4-BE49-F238E27FC236}">
                <a16:creationId xmlns:a16="http://schemas.microsoft.com/office/drawing/2014/main" id="{75B61344-D459-D0DF-044A-B460342F3BA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D328F8C-ED35-4A28-8229-A3A7C83CFE3F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1503007989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비교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DC336061-495C-20C5-A960-89904FB51C85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텍스트 개체 틀 2">
            <a:extLst>
              <a:ext uri="{FF2B5EF4-FFF2-40B4-BE49-F238E27FC236}">
                <a16:creationId xmlns:a16="http://schemas.microsoft.com/office/drawing/2014/main" id="{0FF91F5C-75E4-A1E1-8BDF-67B7DE68CC99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ko-KR" altLang="en-US"/>
              <a:t>마스터 텍스트 스타일을 편집하려면 클릭</a:t>
            </a:r>
          </a:p>
        </p:txBody>
      </p:sp>
      <p:sp>
        <p:nvSpPr>
          <p:cNvPr id="4" name="내용 개체 틀 3">
            <a:extLst>
              <a:ext uri="{FF2B5EF4-FFF2-40B4-BE49-F238E27FC236}">
                <a16:creationId xmlns:a16="http://schemas.microsoft.com/office/drawing/2014/main" id="{8EFE0CD0-D8A5-7F7D-9950-787FF0EDB5A4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ko-KR" altLang="en-US"/>
              <a:t>마스터 텍스트 스타일을 편집하려면 클릭</a:t>
            </a:r>
          </a:p>
          <a:p>
            <a:pPr lvl="1"/>
            <a:r>
              <a:rPr lang="ko-KR" altLang="en-US"/>
              <a:t>두 번째 수준</a:t>
            </a:r>
          </a:p>
          <a:p>
            <a:pPr lvl="2"/>
            <a:r>
              <a:rPr lang="ko-KR" altLang="en-US"/>
              <a:t>세 번째 수준</a:t>
            </a:r>
          </a:p>
          <a:p>
            <a:pPr lvl="3"/>
            <a:r>
              <a:rPr lang="ko-KR" altLang="en-US"/>
              <a:t>네 번째 수준</a:t>
            </a:r>
          </a:p>
          <a:p>
            <a:pPr lvl="4"/>
            <a:r>
              <a:rPr lang="ko-KR" altLang="en-US"/>
              <a:t>다섯 번째 수준</a:t>
            </a:r>
          </a:p>
        </p:txBody>
      </p:sp>
      <p:sp>
        <p:nvSpPr>
          <p:cNvPr id="5" name="텍스트 개체 틀 4">
            <a:extLst>
              <a:ext uri="{FF2B5EF4-FFF2-40B4-BE49-F238E27FC236}">
                <a16:creationId xmlns:a16="http://schemas.microsoft.com/office/drawing/2014/main" id="{A96C3FF1-4336-4353-7179-5406A8128191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ko-KR" altLang="en-US"/>
              <a:t>마스터 텍스트 스타일을 편집하려면 클릭</a:t>
            </a:r>
          </a:p>
        </p:txBody>
      </p:sp>
      <p:sp>
        <p:nvSpPr>
          <p:cNvPr id="6" name="내용 개체 틀 5">
            <a:extLst>
              <a:ext uri="{FF2B5EF4-FFF2-40B4-BE49-F238E27FC236}">
                <a16:creationId xmlns:a16="http://schemas.microsoft.com/office/drawing/2014/main" id="{1B3A2401-99BF-F0AF-4141-72A7C6137D4C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ko-KR" altLang="en-US"/>
              <a:t>마스터 텍스트 스타일을 편집하려면 클릭</a:t>
            </a:r>
          </a:p>
          <a:p>
            <a:pPr lvl="1"/>
            <a:r>
              <a:rPr lang="ko-KR" altLang="en-US"/>
              <a:t>두 번째 수준</a:t>
            </a:r>
          </a:p>
          <a:p>
            <a:pPr lvl="2"/>
            <a:r>
              <a:rPr lang="ko-KR" altLang="en-US"/>
              <a:t>세 번째 수준</a:t>
            </a:r>
          </a:p>
          <a:p>
            <a:pPr lvl="3"/>
            <a:r>
              <a:rPr lang="ko-KR" altLang="en-US"/>
              <a:t>네 번째 수준</a:t>
            </a:r>
          </a:p>
          <a:p>
            <a:pPr lvl="4"/>
            <a:r>
              <a:rPr lang="ko-KR" altLang="en-US"/>
              <a:t>다섯 번째 수준</a:t>
            </a:r>
          </a:p>
        </p:txBody>
      </p:sp>
      <p:sp>
        <p:nvSpPr>
          <p:cNvPr id="7" name="날짜 개체 틀 6">
            <a:extLst>
              <a:ext uri="{FF2B5EF4-FFF2-40B4-BE49-F238E27FC236}">
                <a16:creationId xmlns:a16="http://schemas.microsoft.com/office/drawing/2014/main" id="{736C0C44-120B-209B-D082-A323997C9378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D458F89-5B25-4C9F-A754-78854E365C60}" type="datetimeFigureOut">
              <a:rPr lang="ko-KR" altLang="en-US" smtClean="0"/>
              <a:t>2025-12-08</a:t>
            </a:fld>
            <a:endParaRPr lang="ko-KR" altLang="en-US"/>
          </a:p>
        </p:txBody>
      </p:sp>
      <p:sp>
        <p:nvSpPr>
          <p:cNvPr id="8" name="바닥글 개체 틀 7">
            <a:extLst>
              <a:ext uri="{FF2B5EF4-FFF2-40B4-BE49-F238E27FC236}">
                <a16:creationId xmlns:a16="http://schemas.microsoft.com/office/drawing/2014/main" id="{0AE0F044-559D-2AA0-A5B4-9AD558FCE62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9" name="슬라이드 번호 개체 틀 8">
            <a:extLst>
              <a:ext uri="{FF2B5EF4-FFF2-40B4-BE49-F238E27FC236}">
                <a16:creationId xmlns:a16="http://schemas.microsoft.com/office/drawing/2014/main" id="{993821DA-8AF9-E4AA-B785-38DA2BF8CDE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D328F8C-ED35-4A28-8229-A3A7C83CFE3F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3532608471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제목만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8" name="그림 7" descr="계단, 건물이(가) 표시된 사진&#10;&#10;AI 생성 콘텐츠는 정확하지 않을 수 있습니다.">
            <a:extLst>
              <a:ext uri="{FF2B5EF4-FFF2-40B4-BE49-F238E27FC236}">
                <a16:creationId xmlns:a16="http://schemas.microsoft.com/office/drawing/2014/main" id="{20432811-908B-5156-0E22-69A3C24262D4}"/>
              </a:ext>
            </a:extLst>
          </p:cNvPr>
          <p:cNvPicPr>
            <a:picLocks noChangeAspect="1"/>
          </p:cNvPicPr>
          <p:nvPr userDrawn="1"/>
        </p:nvPicPr>
        <p:blipFill>
          <a:blip r:embed="rId2">
            <a:alphaModFix amt="35000"/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13908" r="13909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sp>
        <p:nvSpPr>
          <p:cNvPr id="3" name="날짜 개체 틀 2">
            <a:extLst>
              <a:ext uri="{FF2B5EF4-FFF2-40B4-BE49-F238E27FC236}">
                <a16:creationId xmlns:a16="http://schemas.microsoft.com/office/drawing/2014/main" id="{376004BF-8D73-61A5-F5E3-A3F85401C36A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D458F89-5B25-4C9F-A754-78854E365C60}" type="datetimeFigureOut">
              <a:rPr lang="ko-KR" altLang="en-US" smtClean="0"/>
              <a:t>2025-12-08</a:t>
            </a:fld>
            <a:endParaRPr lang="ko-KR" altLang="en-US"/>
          </a:p>
        </p:txBody>
      </p:sp>
      <p:sp>
        <p:nvSpPr>
          <p:cNvPr id="4" name="바닥글 개체 틀 3">
            <a:extLst>
              <a:ext uri="{FF2B5EF4-FFF2-40B4-BE49-F238E27FC236}">
                <a16:creationId xmlns:a16="http://schemas.microsoft.com/office/drawing/2014/main" id="{60FDA234-079F-935D-C186-7F890227FB7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5" name="슬라이드 번호 개체 틀 4">
            <a:extLst>
              <a:ext uri="{FF2B5EF4-FFF2-40B4-BE49-F238E27FC236}">
                <a16:creationId xmlns:a16="http://schemas.microsoft.com/office/drawing/2014/main" id="{A0CB269A-FEB6-F910-B45B-30C9C0ABC5A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D328F8C-ED35-4A28-8229-A3A7C83CFE3F}" type="slidenum">
              <a:rPr lang="ko-KR" altLang="en-US" smtClean="0"/>
              <a:t>‹#›</a:t>
            </a:fld>
            <a:endParaRPr lang="ko-KR" altLang="en-US"/>
          </a:p>
        </p:txBody>
      </p:sp>
      <p:sp>
        <p:nvSpPr>
          <p:cNvPr id="6" name="사각형: 둥근 모서리 5">
            <a:extLst>
              <a:ext uri="{FF2B5EF4-FFF2-40B4-BE49-F238E27FC236}">
                <a16:creationId xmlns:a16="http://schemas.microsoft.com/office/drawing/2014/main" id="{1CABCBE9-3B23-C262-7279-743252978DF5}"/>
              </a:ext>
            </a:extLst>
          </p:cNvPr>
          <p:cNvSpPr/>
          <p:nvPr userDrawn="1"/>
        </p:nvSpPr>
        <p:spPr>
          <a:xfrm>
            <a:off x="355600" y="1193800"/>
            <a:ext cx="2743200" cy="5308600"/>
          </a:xfrm>
          <a:prstGeom prst="roundRect">
            <a:avLst>
              <a:gd name="adj" fmla="val 3069"/>
            </a:avLst>
          </a:prstGeom>
          <a:solidFill>
            <a:schemeClr val="bg1">
              <a:alpha val="72000"/>
            </a:scheme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 dirty="0"/>
          </a:p>
        </p:txBody>
      </p:sp>
      <p:sp>
        <p:nvSpPr>
          <p:cNvPr id="7" name="사각형: 둥근 모서리 6">
            <a:extLst>
              <a:ext uri="{FF2B5EF4-FFF2-40B4-BE49-F238E27FC236}">
                <a16:creationId xmlns:a16="http://schemas.microsoft.com/office/drawing/2014/main" id="{56C7B765-2433-0B4F-D53A-DA7898453F12}"/>
              </a:ext>
            </a:extLst>
          </p:cNvPr>
          <p:cNvSpPr/>
          <p:nvPr userDrawn="1"/>
        </p:nvSpPr>
        <p:spPr>
          <a:xfrm>
            <a:off x="3098800" y="1193800"/>
            <a:ext cx="8737600" cy="5308600"/>
          </a:xfrm>
          <a:prstGeom prst="roundRect">
            <a:avLst>
              <a:gd name="adj" fmla="val 3069"/>
            </a:avLst>
          </a:prstGeom>
          <a:solidFill>
            <a:schemeClr val="bg1">
              <a:alpha val="72000"/>
            </a:scheme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 dirty="0"/>
          </a:p>
        </p:txBody>
      </p:sp>
    </p:spTree>
    <p:extLst>
      <p:ext uri="{BB962C8B-B14F-4D97-AF65-F5344CB8AC3E}">
        <p14:creationId xmlns:p14="http://schemas.microsoft.com/office/powerpoint/2010/main" val="3185343105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빈 화면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날짜 개체 틀 1">
            <a:extLst>
              <a:ext uri="{FF2B5EF4-FFF2-40B4-BE49-F238E27FC236}">
                <a16:creationId xmlns:a16="http://schemas.microsoft.com/office/drawing/2014/main" id="{9F88055C-823E-F155-4DD7-96FC4794693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D458F89-5B25-4C9F-A754-78854E365C60}" type="datetimeFigureOut">
              <a:rPr lang="ko-KR" altLang="en-US" smtClean="0"/>
              <a:t>2025-12-08</a:t>
            </a:fld>
            <a:endParaRPr lang="ko-KR" altLang="en-US"/>
          </a:p>
        </p:txBody>
      </p:sp>
      <p:sp>
        <p:nvSpPr>
          <p:cNvPr id="3" name="바닥글 개체 틀 2">
            <a:extLst>
              <a:ext uri="{FF2B5EF4-FFF2-40B4-BE49-F238E27FC236}">
                <a16:creationId xmlns:a16="http://schemas.microsoft.com/office/drawing/2014/main" id="{10717B9B-2609-3FFF-2DC2-C75C1FE6D8F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4" name="슬라이드 번호 개체 틀 3">
            <a:extLst>
              <a:ext uri="{FF2B5EF4-FFF2-40B4-BE49-F238E27FC236}">
                <a16:creationId xmlns:a16="http://schemas.microsoft.com/office/drawing/2014/main" id="{B4E43921-EC29-FFD5-4EDE-F2BACF34D08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D328F8C-ED35-4A28-8229-A3A7C83CFE3F}" type="slidenum">
              <a:rPr lang="ko-KR" altLang="en-US" smtClean="0"/>
              <a:t>‹#›</a:t>
            </a:fld>
            <a:endParaRPr lang="ko-KR" altLang="en-US"/>
          </a:p>
        </p:txBody>
      </p:sp>
      <p:pic>
        <p:nvPicPr>
          <p:cNvPr id="5" name="그림 4" descr="계단, 건물이(가) 표시된 사진&#10;&#10;AI 생성 콘텐츠는 정확하지 않을 수 있습니다.">
            <a:extLst>
              <a:ext uri="{FF2B5EF4-FFF2-40B4-BE49-F238E27FC236}">
                <a16:creationId xmlns:a16="http://schemas.microsoft.com/office/drawing/2014/main" id="{20755528-71F8-336C-58D0-FC387758FFC2}"/>
              </a:ext>
            </a:extLst>
          </p:cNvPr>
          <p:cNvPicPr>
            <a:picLocks noChangeAspect="1"/>
          </p:cNvPicPr>
          <p:nvPr userDrawn="1"/>
        </p:nvPicPr>
        <p:blipFill>
          <a:blip r:embed="rId2">
            <a:alphaModFix amt="35000"/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13908" r="13909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sp>
        <p:nvSpPr>
          <p:cNvPr id="6" name="사각형: 둥근 모서리 5">
            <a:extLst>
              <a:ext uri="{FF2B5EF4-FFF2-40B4-BE49-F238E27FC236}">
                <a16:creationId xmlns:a16="http://schemas.microsoft.com/office/drawing/2014/main" id="{2AC0BA72-EE31-C4CD-2B51-80AB1C92436E}"/>
              </a:ext>
            </a:extLst>
          </p:cNvPr>
          <p:cNvSpPr/>
          <p:nvPr userDrawn="1"/>
        </p:nvSpPr>
        <p:spPr>
          <a:xfrm>
            <a:off x="355600" y="1193800"/>
            <a:ext cx="11480800" cy="5308600"/>
          </a:xfrm>
          <a:prstGeom prst="roundRect">
            <a:avLst>
              <a:gd name="adj" fmla="val 3069"/>
            </a:avLst>
          </a:prstGeom>
          <a:solidFill>
            <a:schemeClr val="bg1">
              <a:alpha val="72000"/>
            </a:scheme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 dirty="0"/>
          </a:p>
        </p:txBody>
      </p:sp>
    </p:spTree>
    <p:extLst>
      <p:ext uri="{BB962C8B-B14F-4D97-AF65-F5344CB8AC3E}">
        <p14:creationId xmlns:p14="http://schemas.microsoft.com/office/powerpoint/2010/main" val="2193375802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캡션 있는 콘텐츠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8B98C0E6-E083-DB43-F4C0-427F478CC0D7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내용 개체 틀 2">
            <a:extLst>
              <a:ext uri="{FF2B5EF4-FFF2-40B4-BE49-F238E27FC236}">
                <a16:creationId xmlns:a16="http://schemas.microsoft.com/office/drawing/2014/main" id="{37967D8C-CF25-3F89-9772-B4AFE6ED9CC2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ko-KR" altLang="en-US"/>
              <a:t>마스터 텍스트 스타일을 편집하려면 클릭</a:t>
            </a:r>
          </a:p>
          <a:p>
            <a:pPr lvl="1"/>
            <a:r>
              <a:rPr lang="ko-KR" altLang="en-US"/>
              <a:t>두 번째 수준</a:t>
            </a:r>
          </a:p>
          <a:p>
            <a:pPr lvl="2"/>
            <a:r>
              <a:rPr lang="ko-KR" altLang="en-US"/>
              <a:t>세 번째 수준</a:t>
            </a:r>
          </a:p>
          <a:p>
            <a:pPr lvl="3"/>
            <a:r>
              <a:rPr lang="ko-KR" altLang="en-US"/>
              <a:t>네 번째 수준</a:t>
            </a:r>
          </a:p>
          <a:p>
            <a:pPr lvl="4"/>
            <a:r>
              <a:rPr lang="ko-KR" altLang="en-US"/>
              <a:t>다섯 번째 수준</a:t>
            </a:r>
          </a:p>
        </p:txBody>
      </p:sp>
      <p:sp>
        <p:nvSpPr>
          <p:cNvPr id="4" name="텍스트 개체 틀 3">
            <a:extLst>
              <a:ext uri="{FF2B5EF4-FFF2-40B4-BE49-F238E27FC236}">
                <a16:creationId xmlns:a16="http://schemas.microsoft.com/office/drawing/2014/main" id="{2A68A42E-844D-EDBE-174A-966F3F643230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ko-KR" altLang="en-US"/>
              <a:t>마스터 텍스트 스타일을 편집하려면 클릭</a:t>
            </a:r>
          </a:p>
        </p:txBody>
      </p:sp>
      <p:sp>
        <p:nvSpPr>
          <p:cNvPr id="5" name="날짜 개체 틀 4">
            <a:extLst>
              <a:ext uri="{FF2B5EF4-FFF2-40B4-BE49-F238E27FC236}">
                <a16:creationId xmlns:a16="http://schemas.microsoft.com/office/drawing/2014/main" id="{8BCF9B26-5BC8-67B6-D073-F24CC08328F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D458F89-5B25-4C9F-A754-78854E365C60}" type="datetimeFigureOut">
              <a:rPr lang="ko-KR" altLang="en-US" smtClean="0"/>
              <a:t>2025-12-08</a:t>
            </a:fld>
            <a:endParaRPr lang="ko-KR" altLang="en-US"/>
          </a:p>
        </p:txBody>
      </p:sp>
      <p:sp>
        <p:nvSpPr>
          <p:cNvPr id="6" name="바닥글 개체 틀 5">
            <a:extLst>
              <a:ext uri="{FF2B5EF4-FFF2-40B4-BE49-F238E27FC236}">
                <a16:creationId xmlns:a16="http://schemas.microsoft.com/office/drawing/2014/main" id="{7C115787-8D96-46C2-2D46-F8720461D15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7" name="슬라이드 번호 개체 틀 6">
            <a:extLst>
              <a:ext uri="{FF2B5EF4-FFF2-40B4-BE49-F238E27FC236}">
                <a16:creationId xmlns:a16="http://schemas.microsoft.com/office/drawing/2014/main" id="{48D36F0C-B564-12D5-836F-CAB84BDB769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D328F8C-ED35-4A28-8229-A3A7C83CFE3F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1779673817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캡션 있는 그림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3731A3A4-0A27-E5E6-F1C1-B27824115CB8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그림 개체 틀 2">
            <a:extLst>
              <a:ext uri="{FF2B5EF4-FFF2-40B4-BE49-F238E27FC236}">
                <a16:creationId xmlns:a16="http://schemas.microsoft.com/office/drawing/2014/main" id="{F87699E9-1F01-0D76-E017-AFD68C79A33D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ko-KR" altLang="en-US"/>
          </a:p>
        </p:txBody>
      </p:sp>
      <p:sp>
        <p:nvSpPr>
          <p:cNvPr id="4" name="텍스트 개체 틀 3">
            <a:extLst>
              <a:ext uri="{FF2B5EF4-FFF2-40B4-BE49-F238E27FC236}">
                <a16:creationId xmlns:a16="http://schemas.microsoft.com/office/drawing/2014/main" id="{2D1F118E-5202-1EAD-58A2-4B8AA40B3CFE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ko-KR" altLang="en-US"/>
              <a:t>마스터 텍스트 스타일을 편집하려면 클릭</a:t>
            </a:r>
          </a:p>
        </p:txBody>
      </p:sp>
      <p:sp>
        <p:nvSpPr>
          <p:cNvPr id="5" name="날짜 개체 틀 4">
            <a:extLst>
              <a:ext uri="{FF2B5EF4-FFF2-40B4-BE49-F238E27FC236}">
                <a16:creationId xmlns:a16="http://schemas.microsoft.com/office/drawing/2014/main" id="{A633D2F9-E434-4796-2EA4-1EE1B5556B5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D458F89-5B25-4C9F-A754-78854E365C60}" type="datetimeFigureOut">
              <a:rPr lang="ko-KR" altLang="en-US" smtClean="0"/>
              <a:t>2025-12-08</a:t>
            </a:fld>
            <a:endParaRPr lang="ko-KR" altLang="en-US"/>
          </a:p>
        </p:txBody>
      </p:sp>
      <p:sp>
        <p:nvSpPr>
          <p:cNvPr id="6" name="바닥글 개체 틀 5">
            <a:extLst>
              <a:ext uri="{FF2B5EF4-FFF2-40B4-BE49-F238E27FC236}">
                <a16:creationId xmlns:a16="http://schemas.microsoft.com/office/drawing/2014/main" id="{ED7C41E5-8576-C7BB-3754-78C3C7D7215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7" name="슬라이드 번호 개체 틀 6">
            <a:extLst>
              <a:ext uri="{FF2B5EF4-FFF2-40B4-BE49-F238E27FC236}">
                <a16:creationId xmlns:a16="http://schemas.microsoft.com/office/drawing/2014/main" id="{B791E958-A21D-3798-1185-53913008BA2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D328F8C-ED35-4A28-8229-A3A7C83CFE3F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22309738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제목 및 세로 텍스트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5BFF2F79-AE75-7805-CEE1-2123D0D2A5E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세로 텍스트 개체 틀 2">
            <a:extLst>
              <a:ext uri="{FF2B5EF4-FFF2-40B4-BE49-F238E27FC236}">
                <a16:creationId xmlns:a16="http://schemas.microsoft.com/office/drawing/2014/main" id="{CB747C5D-FA33-DEB9-76B4-08B8B6725F96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ko-KR" altLang="en-US"/>
              <a:t>마스터 텍스트 스타일을 편집하려면 클릭</a:t>
            </a:r>
          </a:p>
          <a:p>
            <a:pPr lvl="1"/>
            <a:r>
              <a:rPr lang="ko-KR" altLang="en-US"/>
              <a:t>두 번째 수준</a:t>
            </a:r>
          </a:p>
          <a:p>
            <a:pPr lvl="2"/>
            <a:r>
              <a:rPr lang="ko-KR" altLang="en-US"/>
              <a:t>세 번째 수준</a:t>
            </a:r>
          </a:p>
          <a:p>
            <a:pPr lvl="3"/>
            <a:r>
              <a:rPr lang="ko-KR" altLang="en-US"/>
              <a:t>네 번째 수준</a:t>
            </a:r>
          </a:p>
          <a:p>
            <a:pPr lvl="4"/>
            <a:r>
              <a:rPr lang="ko-KR" altLang="en-US"/>
              <a:t>다섯 번째 수준</a:t>
            </a:r>
          </a:p>
        </p:txBody>
      </p:sp>
      <p:sp>
        <p:nvSpPr>
          <p:cNvPr id="4" name="날짜 개체 틀 3">
            <a:extLst>
              <a:ext uri="{FF2B5EF4-FFF2-40B4-BE49-F238E27FC236}">
                <a16:creationId xmlns:a16="http://schemas.microsoft.com/office/drawing/2014/main" id="{F74E1616-A275-31AF-DD80-509F4FC76B3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D458F89-5B25-4C9F-A754-78854E365C60}" type="datetimeFigureOut">
              <a:rPr lang="ko-KR" altLang="en-US" smtClean="0"/>
              <a:t>2025-12-08</a:t>
            </a:fld>
            <a:endParaRPr lang="ko-KR" altLang="en-US"/>
          </a:p>
        </p:txBody>
      </p:sp>
      <p:sp>
        <p:nvSpPr>
          <p:cNvPr id="5" name="바닥글 개체 틀 4">
            <a:extLst>
              <a:ext uri="{FF2B5EF4-FFF2-40B4-BE49-F238E27FC236}">
                <a16:creationId xmlns:a16="http://schemas.microsoft.com/office/drawing/2014/main" id="{EFFAA027-82D1-6612-3ED1-6FEEF3201BB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6" name="슬라이드 번호 개체 틀 5">
            <a:extLst>
              <a:ext uri="{FF2B5EF4-FFF2-40B4-BE49-F238E27FC236}">
                <a16:creationId xmlns:a16="http://schemas.microsoft.com/office/drawing/2014/main" id="{9A9CA5DE-C15C-728F-36E0-614364C0A04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D328F8C-ED35-4A28-8229-A3A7C83CFE3F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1084118619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세로 제목 및 텍스트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세로 제목 1">
            <a:extLst>
              <a:ext uri="{FF2B5EF4-FFF2-40B4-BE49-F238E27FC236}">
                <a16:creationId xmlns:a16="http://schemas.microsoft.com/office/drawing/2014/main" id="{78193DB4-E137-E209-9F6F-402299CC697D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세로 텍스트 개체 틀 2">
            <a:extLst>
              <a:ext uri="{FF2B5EF4-FFF2-40B4-BE49-F238E27FC236}">
                <a16:creationId xmlns:a16="http://schemas.microsoft.com/office/drawing/2014/main" id="{2D6B7DD7-E4ED-3B85-367E-960AC8B7987F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ko-KR" altLang="en-US"/>
              <a:t>마스터 텍스트 스타일을 편집하려면 클릭</a:t>
            </a:r>
          </a:p>
          <a:p>
            <a:pPr lvl="1"/>
            <a:r>
              <a:rPr lang="ko-KR" altLang="en-US"/>
              <a:t>두 번째 수준</a:t>
            </a:r>
          </a:p>
          <a:p>
            <a:pPr lvl="2"/>
            <a:r>
              <a:rPr lang="ko-KR" altLang="en-US"/>
              <a:t>세 번째 수준</a:t>
            </a:r>
          </a:p>
          <a:p>
            <a:pPr lvl="3"/>
            <a:r>
              <a:rPr lang="ko-KR" altLang="en-US"/>
              <a:t>네 번째 수준</a:t>
            </a:r>
          </a:p>
          <a:p>
            <a:pPr lvl="4"/>
            <a:r>
              <a:rPr lang="ko-KR" altLang="en-US"/>
              <a:t>다섯 번째 수준</a:t>
            </a:r>
          </a:p>
        </p:txBody>
      </p:sp>
      <p:sp>
        <p:nvSpPr>
          <p:cNvPr id="4" name="날짜 개체 틀 3">
            <a:extLst>
              <a:ext uri="{FF2B5EF4-FFF2-40B4-BE49-F238E27FC236}">
                <a16:creationId xmlns:a16="http://schemas.microsoft.com/office/drawing/2014/main" id="{1FACA35E-946C-38D7-8485-2B22360A155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D458F89-5B25-4C9F-A754-78854E365C60}" type="datetimeFigureOut">
              <a:rPr lang="ko-KR" altLang="en-US" smtClean="0"/>
              <a:t>2025-12-08</a:t>
            </a:fld>
            <a:endParaRPr lang="ko-KR" altLang="en-US"/>
          </a:p>
        </p:txBody>
      </p:sp>
      <p:sp>
        <p:nvSpPr>
          <p:cNvPr id="5" name="바닥글 개체 틀 4">
            <a:extLst>
              <a:ext uri="{FF2B5EF4-FFF2-40B4-BE49-F238E27FC236}">
                <a16:creationId xmlns:a16="http://schemas.microsoft.com/office/drawing/2014/main" id="{A4342A4A-4ED4-B68D-0B54-C63B8015431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6" name="슬라이드 번호 개체 틀 5">
            <a:extLst>
              <a:ext uri="{FF2B5EF4-FFF2-40B4-BE49-F238E27FC236}">
                <a16:creationId xmlns:a16="http://schemas.microsoft.com/office/drawing/2014/main" id="{57D4A929-494A-01E9-E1DF-C8598C4C33E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D328F8C-ED35-4A28-8229-A3A7C83CFE3F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577605748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개체 틀 1">
            <a:extLst>
              <a:ext uri="{FF2B5EF4-FFF2-40B4-BE49-F238E27FC236}">
                <a16:creationId xmlns:a16="http://schemas.microsoft.com/office/drawing/2014/main" id="{B77CE2FC-5AB5-6552-6587-1F1DE887EA45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텍스트 개체 틀 2">
            <a:extLst>
              <a:ext uri="{FF2B5EF4-FFF2-40B4-BE49-F238E27FC236}">
                <a16:creationId xmlns:a16="http://schemas.microsoft.com/office/drawing/2014/main" id="{91CB7FD1-6DC6-7F3F-7FF3-E713AF3E4DCF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ko-KR" altLang="en-US"/>
              <a:t>마스터 텍스트 스타일을 편집하려면 클릭</a:t>
            </a:r>
          </a:p>
          <a:p>
            <a:pPr lvl="1"/>
            <a:r>
              <a:rPr lang="ko-KR" altLang="en-US"/>
              <a:t>두 번째 수준</a:t>
            </a:r>
          </a:p>
          <a:p>
            <a:pPr lvl="2"/>
            <a:r>
              <a:rPr lang="ko-KR" altLang="en-US"/>
              <a:t>세 번째 수준</a:t>
            </a:r>
          </a:p>
          <a:p>
            <a:pPr lvl="3"/>
            <a:r>
              <a:rPr lang="ko-KR" altLang="en-US"/>
              <a:t>네 번째 수준</a:t>
            </a:r>
          </a:p>
          <a:p>
            <a:pPr lvl="4"/>
            <a:r>
              <a:rPr lang="ko-KR" altLang="en-US"/>
              <a:t>다섯 번째 수준</a:t>
            </a:r>
          </a:p>
        </p:txBody>
      </p:sp>
      <p:sp>
        <p:nvSpPr>
          <p:cNvPr id="4" name="날짜 개체 틀 3">
            <a:extLst>
              <a:ext uri="{FF2B5EF4-FFF2-40B4-BE49-F238E27FC236}">
                <a16:creationId xmlns:a16="http://schemas.microsoft.com/office/drawing/2014/main" id="{B2F8FB65-C83C-5FA7-3BBE-0F6CC3E53AC9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ED458F89-5B25-4C9F-A754-78854E365C60}" type="datetimeFigureOut">
              <a:rPr lang="ko-KR" altLang="en-US" smtClean="0"/>
              <a:t>2025-12-08</a:t>
            </a:fld>
            <a:endParaRPr lang="ko-KR" altLang="en-US"/>
          </a:p>
        </p:txBody>
      </p:sp>
      <p:sp>
        <p:nvSpPr>
          <p:cNvPr id="5" name="바닥글 개체 틀 4">
            <a:extLst>
              <a:ext uri="{FF2B5EF4-FFF2-40B4-BE49-F238E27FC236}">
                <a16:creationId xmlns:a16="http://schemas.microsoft.com/office/drawing/2014/main" id="{874545F1-D367-C20F-689C-0968B6D9245C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endParaRPr lang="ko-KR" altLang="en-US"/>
          </a:p>
        </p:txBody>
      </p:sp>
      <p:sp>
        <p:nvSpPr>
          <p:cNvPr id="6" name="슬라이드 번호 개체 틀 5">
            <a:extLst>
              <a:ext uri="{FF2B5EF4-FFF2-40B4-BE49-F238E27FC236}">
                <a16:creationId xmlns:a16="http://schemas.microsoft.com/office/drawing/2014/main" id="{D0C5AC44-EAD0-5666-B1FE-E15010EC92A5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BD328F8C-ED35-4A28-8229-A3A7C83CFE3F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1906032717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1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1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ko-KR"/>
      </a:defPPr>
      <a:lvl1pPr marL="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6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13" name="그룹 12">
            <a:extLst>
              <a:ext uri="{FF2B5EF4-FFF2-40B4-BE49-F238E27FC236}">
                <a16:creationId xmlns:a16="http://schemas.microsoft.com/office/drawing/2014/main" id="{D1470810-A170-1778-F908-A59737F17DEA}"/>
              </a:ext>
            </a:extLst>
          </p:cNvPr>
          <p:cNvGrpSpPr/>
          <p:nvPr/>
        </p:nvGrpSpPr>
        <p:grpSpPr>
          <a:xfrm>
            <a:off x="0" y="-437627"/>
            <a:ext cx="12192001" cy="7841727"/>
            <a:chOff x="0" y="-983727"/>
            <a:chExt cx="12192001" cy="7841727"/>
          </a:xfrm>
        </p:grpSpPr>
        <p:pic>
          <p:nvPicPr>
            <p:cNvPr id="12" name="그림 11">
              <a:extLst>
                <a:ext uri="{FF2B5EF4-FFF2-40B4-BE49-F238E27FC236}">
                  <a16:creationId xmlns:a16="http://schemas.microsoft.com/office/drawing/2014/main" id="{5D08967A-D8BD-1638-F66D-E4EC92117948}"/>
                </a:ext>
              </a:extLst>
            </p:cNvPr>
            <p:cNvPicPr>
              <a:picLocks noChangeAspect="1"/>
            </p:cNvPicPr>
            <p:nvPr/>
          </p:nvPicPr>
          <p:blipFill>
            <a:blip r:embed="rId2"/>
            <a:srcRect b="11146"/>
            <a:stretch>
              <a:fillRect/>
            </a:stretch>
          </p:blipFill>
          <p:spPr>
            <a:xfrm>
              <a:off x="0" y="-983727"/>
              <a:ext cx="12192000" cy="7841727"/>
            </a:xfrm>
            <a:prstGeom prst="rect">
              <a:avLst/>
            </a:prstGeom>
          </p:spPr>
        </p:pic>
        <p:pic>
          <p:nvPicPr>
            <p:cNvPr id="11" name="그림 10" descr="계단, 건물이(가) 표시된 사진&#10;&#10;AI 생성 콘텐츠는 정확하지 않을 수 있습니다.">
              <a:extLst>
                <a:ext uri="{FF2B5EF4-FFF2-40B4-BE49-F238E27FC236}">
                  <a16:creationId xmlns:a16="http://schemas.microsoft.com/office/drawing/2014/main" id="{40855D30-64EF-8672-6BA0-CF1CD56E8D9D}"/>
                </a:ext>
              </a:extLst>
            </p:cNvPr>
            <p:cNvPicPr>
              <a:picLocks noChangeAspect="1"/>
            </p:cNvPicPr>
            <p:nvPr/>
          </p:nvPicPr>
          <p:blipFill>
            <a:blip r:embed="rId3">
              <a:alphaModFix/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 l="14259" t="54337" r="14259" b="12104"/>
            <a:stretch>
              <a:fillRect/>
            </a:stretch>
          </p:blipFill>
          <p:spPr>
            <a:xfrm>
              <a:off x="0" y="4533900"/>
              <a:ext cx="12192001" cy="2324100"/>
            </a:xfrm>
            <a:prstGeom prst="rect">
              <a:avLst/>
            </a:prstGeom>
          </p:spPr>
        </p:pic>
      </p:grpSp>
      <p:sp>
        <p:nvSpPr>
          <p:cNvPr id="9" name="TextBox 8">
            <a:extLst>
              <a:ext uri="{FF2B5EF4-FFF2-40B4-BE49-F238E27FC236}">
                <a16:creationId xmlns:a16="http://schemas.microsoft.com/office/drawing/2014/main" id="{C3A77E27-0FEE-7B03-3ECA-00FBDA0134C8}"/>
              </a:ext>
            </a:extLst>
          </p:cNvPr>
          <p:cNvSpPr txBox="1"/>
          <p:nvPr/>
        </p:nvSpPr>
        <p:spPr>
          <a:xfrm>
            <a:off x="2715908" y="5095785"/>
            <a:ext cx="6760184" cy="1200329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en-US" altLang="ko-KR" sz="3600" b="1" dirty="0">
                <a:ln w="28575">
                  <a:solidFill>
                    <a:schemeClr val="tx1"/>
                  </a:solidFill>
                </a:ln>
                <a:gradFill flip="none" rotWithShape="1">
                  <a:gsLst>
                    <a:gs pos="0">
                      <a:schemeClr val="accent1">
                        <a:lumMod val="5000"/>
                        <a:lumOff val="95000"/>
                      </a:schemeClr>
                    </a:gs>
                    <a:gs pos="74000">
                      <a:schemeClr val="accent1">
                        <a:lumMod val="45000"/>
                        <a:lumOff val="55000"/>
                      </a:schemeClr>
                    </a:gs>
                    <a:gs pos="83000">
                      <a:schemeClr val="accent1">
                        <a:lumMod val="45000"/>
                        <a:lumOff val="55000"/>
                      </a:schemeClr>
                    </a:gs>
                    <a:gs pos="100000">
                      <a:schemeClr val="accent1">
                        <a:lumMod val="30000"/>
                        <a:lumOff val="70000"/>
                      </a:schemeClr>
                    </a:gs>
                  </a:gsLst>
                  <a:lin ang="5400000" scaled="1"/>
                  <a:tileRect/>
                </a:gradFill>
                <a:latin typeface="HY헤드라인M" panose="02030600000101010101" pitchFamily="18" charset="-127"/>
                <a:ea typeface="HY헤드라인M" panose="02030600000101010101" pitchFamily="18" charset="-127"/>
              </a:rPr>
              <a:t>2DGP </a:t>
            </a:r>
            <a:r>
              <a:rPr lang="ko-KR" altLang="en-US" sz="3600" b="1" dirty="0">
                <a:ln w="28575">
                  <a:solidFill>
                    <a:schemeClr val="tx1"/>
                  </a:solidFill>
                </a:ln>
                <a:gradFill flip="none" rotWithShape="1">
                  <a:gsLst>
                    <a:gs pos="0">
                      <a:schemeClr val="accent1">
                        <a:lumMod val="5000"/>
                        <a:lumOff val="95000"/>
                      </a:schemeClr>
                    </a:gs>
                    <a:gs pos="74000">
                      <a:schemeClr val="accent1">
                        <a:lumMod val="45000"/>
                        <a:lumOff val="55000"/>
                      </a:schemeClr>
                    </a:gs>
                    <a:gs pos="83000">
                      <a:schemeClr val="accent1">
                        <a:lumMod val="45000"/>
                        <a:lumOff val="55000"/>
                      </a:schemeClr>
                    </a:gs>
                    <a:gs pos="100000">
                      <a:schemeClr val="accent1">
                        <a:lumMod val="30000"/>
                        <a:lumOff val="70000"/>
                      </a:schemeClr>
                    </a:gs>
                  </a:gsLst>
                  <a:lin ang="5400000" scaled="1"/>
                  <a:tileRect/>
                </a:gradFill>
                <a:latin typeface="HY헤드라인M" panose="02030600000101010101" pitchFamily="18" charset="-127"/>
                <a:ea typeface="HY헤드라인M" panose="02030600000101010101" pitchFamily="18" charset="-127"/>
              </a:rPr>
              <a:t>최종 프로젝트 발표</a:t>
            </a:r>
            <a:endParaRPr lang="en-US" altLang="ko-KR" sz="3600" b="1" dirty="0">
              <a:ln w="28575">
                <a:solidFill>
                  <a:schemeClr val="tx1"/>
                </a:solidFill>
              </a:ln>
              <a:gradFill flip="none" rotWithShape="1">
                <a:gsLst>
                  <a:gs pos="0">
                    <a:schemeClr val="accent1">
                      <a:lumMod val="5000"/>
                      <a:lumOff val="95000"/>
                    </a:schemeClr>
                  </a:gs>
                  <a:gs pos="74000">
                    <a:schemeClr val="accent1">
                      <a:lumMod val="45000"/>
                      <a:lumOff val="55000"/>
                    </a:schemeClr>
                  </a:gs>
                  <a:gs pos="83000">
                    <a:schemeClr val="accent1">
                      <a:lumMod val="45000"/>
                      <a:lumOff val="55000"/>
                    </a:schemeClr>
                  </a:gs>
                  <a:gs pos="100000">
                    <a:schemeClr val="accent1">
                      <a:lumMod val="30000"/>
                      <a:lumOff val="70000"/>
                    </a:schemeClr>
                  </a:gs>
                </a:gsLst>
                <a:lin ang="5400000" scaled="1"/>
                <a:tileRect/>
              </a:gradFill>
              <a:latin typeface="HY헤드라인M" panose="02030600000101010101" pitchFamily="18" charset="-127"/>
              <a:ea typeface="HY헤드라인M" panose="02030600000101010101" pitchFamily="18" charset="-127"/>
            </a:endParaRPr>
          </a:p>
          <a:p>
            <a:pPr algn="ctr"/>
            <a:r>
              <a:rPr lang="en-US" altLang="ko-KR" sz="3600" b="1" dirty="0">
                <a:ln w="28575">
                  <a:solidFill>
                    <a:schemeClr val="tx1"/>
                  </a:solidFill>
                </a:ln>
                <a:gradFill flip="none" rotWithShape="1">
                  <a:gsLst>
                    <a:gs pos="0">
                      <a:schemeClr val="accent1">
                        <a:lumMod val="5000"/>
                        <a:lumOff val="95000"/>
                      </a:schemeClr>
                    </a:gs>
                    <a:gs pos="74000">
                      <a:schemeClr val="accent1">
                        <a:lumMod val="45000"/>
                        <a:lumOff val="55000"/>
                      </a:schemeClr>
                    </a:gs>
                    <a:gs pos="83000">
                      <a:schemeClr val="accent1">
                        <a:lumMod val="45000"/>
                        <a:lumOff val="55000"/>
                      </a:schemeClr>
                    </a:gs>
                    <a:gs pos="100000">
                      <a:schemeClr val="accent1">
                        <a:lumMod val="30000"/>
                        <a:lumOff val="70000"/>
                      </a:schemeClr>
                    </a:gs>
                  </a:gsLst>
                  <a:lin ang="5400000" scaled="1"/>
                  <a:tileRect/>
                </a:gradFill>
                <a:latin typeface="HY헤드라인M" panose="02030600000101010101" pitchFamily="18" charset="-127"/>
                <a:ea typeface="HY헤드라인M" panose="02030600000101010101" pitchFamily="18" charset="-127"/>
              </a:rPr>
              <a:t>2022184042 </a:t>
            </a:r>
            <a:r>
              <a:rPr lang="ko-KR" altLang="en-US" sz="3600" b="1" dirty="0">
                <a:ln w="28575">
                  <a:solidFill>
                    <a:schemeClr val="tx1"/>
                  </a:solidFill>
                </a:ln>
                <a:gradFill flip="none" rotWithShape="1">
                  <a:gsLst>
                    <a:gs pos="0">
                      <a:schemeClr val="accent1">
                        <a:lumMod val="5000"/>
                        <a:lumOff val="95000"/>
                      </a:schemeClr>
                    </a:gs>
                    <a:gs pos="74000">
                      <a:schemeClr val="accent1">
                        <a:lumMod val="45000"/>
                        <a:lumOff val="55000"/>
                      </a:schemeClr>
                    </a:gs>
                    <a:gs pos="83000">
                      <a:schemeClr val="accent1">
                        <a:lumMod val="45000"/>
                        <a:lumOff val="55000"/>
                      </a:schemeClr>
                    </a:gs>
                    <a:gs pos="100000">
                      <a:schemeClr val="accent1">
                        <a:lumMod val="30000"/>
                        <a:lumOff val="70000"/>
                      </a:schemeClr>
                    </a:gs>
                  </a:gsLst>
                  <a:lin ang="5400000" scaled="1"/>
                  <a:tileRect/>
                </a:gradFill>
                <a:latin typeface="HY헤드라인M" panose="02030600000101010101" pitchFamily="18" charset="-127"/>
                <a:ea typeface="HY헤드라인M" panose="02030600000101010101" pitchFamily="18" charset="-127"/>
              </a:rPr>
              <a:t>게임공학과 홍승우</a:t>
            </a:r>
          </a:p>
        </p:txBody>
      </p:sp>
    </p:spTree>
    <p:extLst>
      <p:ext uri="{BB962C8B-B14F-4D97-AF65-F5344CB8AC3E}">
        <p14:creationId xmlns:p14="http://schemas.microsoft.com/office/powerpoint/2010/main" val="3051568168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D694A385-90B1-2F4A-0C6D-F32420B94AC9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Box 2">
            <a:extLst>
              <a:ext uri="{FF2B5EF4-FFF2-40B4-BE49-F238E27FC236}">
                <a16:creationId xmlns:a16="http://schemas.microsoft.com/office/drawing/2014/main" id="{80B67A27-761C-AE45-289E-CDCB356F8683}"/>
              </a:ext>
            </a:extLst>
          </p:cNvPr>
          <p:cNvSpPr txBox="1"/>
          <p:nvPr/>
        </p:nvSpPr>
        <p:spPr>
          <a:xfrm>
            <a:off x="355600" y="241300"/>
            <a:ext cx="2380780" cy="58477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ko-KR" altLang="en-US" sz="3200" b="1" dirty="0"/>
              <a:t>개발 진척도</a:t>
            </a:r>
          </a:p>
        </p:txBody>
      </p:sp>
      <p:graphicFrame>
        <p:nvGraphicFramePr>
          <p:cNvPr id="8" name="표 7">
            <a:extLst>
              <a:ext uri="{FF2B5EF4-FFF2-40B4-BE49-F238E27FC236}">
                <a16:creationId xmlns:a16="http://schemas.microsoft.com/office/drawing/2014/main" id="{03125191-6109-4470-A496-76D1A320D70D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662220492"/>
              </p:ext>
            </p:extLst>
          </p:nvPr>
        </p:nvGraphicFramePr>
        <p:xfrm>
          <a:off x="355600" y="1193800"/>
          <a:ext cx="11480801" cy="5333460"/>
        </p:xfrm>
        <a:graphic>
          <a:graphicData uri="http://schemas.openxmlformats.org/drawingml/2006/table">
            <a:tbl>
              <a:tblPr firstRow="1" bandRow="1">
                <a:tableStyleId>{9D7B26C5-4107-4FEC-AEDC-1716B250A1EF}</a:tableStyleId>
              </a:tblPr>
              <a:tblGrid>
                <a:gridCol w="2494604">
                  <a:extLst>
                    <a:ext uri="{9D8B030D-6E8A-4147-A177-3AD203B41FA5}">
                      <a16:colId xmlns:a16="http://schemas.microsoft.com/office/drawing/2014/main" val="3446695894"/>
                    </a:ext>
                  </a:extLst>
                </a:gridCol>
                <a:gridCol w="4105073">
                  <a:extLst>
                    <a:ext uri="{9D8B030D-6E8A-4147-A177-3AD203B41FA5}">
                      <a16:colId xmlns:a16="http://schemas.microsoft.com/office/drawing/2014/main" val="3201473181"/>
                    </a:ext>
                  </a:extLst>
                </a:gridCol>
                <a:gridCol w="3492229">
                  <a:extLst>
                    <a:ext uri="{9D8B030D-6E8A-4147-A177-3AD203B41FA5}">
                      <a16:colId xmlns:a16="http://schemas.microsoft.com/office/drawing/2014/main" val="3297511745"/>
                    </a:ext>
                  </a:extLst>
                </a:gridCol>
                <a:gridCol w="1388895">
                  <a:extLst>
                    <a:ext uri="{9D8B030D-6E8A-4147-A177-3AD203B41FA5}">
                      <a16:colId xmlns:a16="http://schemas.microsoft.com/office/drawing/2014/main" val="3578430895"/>
                    </a:ext>
                  </a:extLst>
                </a:gridCol>
              </a:tblGrid>
              <a:tr h="616534">
                <a:tc>
                  <a:txBody>
                    <a:bodyPr/>
                    <a:lstStyle/>
                    <a:p>
                      <a:pPr algn="l" latinLnBrk="1"/>
                      <a:r>
                        <a:rPr lang="ko-KR" altLang="en-US" dirty="0"/>
                        <a:t>내용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latinLnBrk="1"/>
                      <a:r>
                        <a:rPr lang="ko-KR" altLang="en-US" dirty="0"/>
                        <a:t>목표 범위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latinLnBrk="1"/>
                      <a:r>
                        <a:rPr lang="ko-KR" altLang="en-US" dirty="0"/>
                        <a:t>실제 개발 완료 범위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latinLnBrk="1"/>
                      <a:r>
                        <a:rPr lang="ko-KR" altLang="en-US" dirty="0"/>
                        <a:t>진척도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2889077218"/>
                  </a:ext>
                </a:extLst>
              </a:tr>
              <a:tr h="616534">
                <a:tc>
                  <a:txBody>
                    <a:bodyPr/>
                    <a:lstStyle/>
                    <a:p>
                      <a:pPr algn="l" latinLnBrk="1"/>
                      <a:r>
                        <a:rPr lang="ko-KR" altLang="en-US" dirty="0"/>
                        <a:t>맵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latinLnBrk="1"/>
                      <a:r>
                        <a:rPr lang="ko-KR" altLang="en-US" dirty="0"/>
                        <a:t>트레이닝</a:t>
                      </a:r>
                      <a:r>
                        <a:rPr lang="en-US" altLang="ko-KR" dirty="0"/>
                        <a:t>, </a:t>
                      </a:r>
                      <a:r>
                        <a:rPr lang="ko-KR" altLang="en-US" dirty="0"/>
                        <a:t>실전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latinLnBrk="1"/>
                      <a:r>
                        <a:rPr lang="ko-KR" altLang="en-US" dirty="0"/>
                        <a:t>구현 완료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latinLnBrk="1"/>
                      <a:r>
                        <a:rPr lang="en-US" altLang="ko-KR" dirty="0"/>
                        <a:t>100%</a:t>
                      </a:r>
                      <a:endParaRPr lang="ko-KR" altLang="en-US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278121419"/>
                  </a:ext>
                </a:extLst>
              </a:tr>
              <a:tr h="616534">
                <a:tc>
                  <a:txBody>
                    <a:bodyPr/>
                    <a:lstStyle/>
                    <a:p>
                      <a:pPr algn="l" latinLnBrk="1"/>
                      <a:r>
                        <a:rPr lang="ko-KR" altLang="en-US" dirty="0"/>
                        <a:t>캐릭터 컨트롤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latinLnBrk="1"/>
                      <a:r>
                        <a:rPr lang="ko-KR" altLang="en-US" dirty="0"/>
                        <a:t>상하좌우 이동</a:t>
                      </a:r>
                      <a:r>
                        <a:rPr lang="en-US" altLang="ko-KR" dirty="0"/>
                        <a:t>, </a:t>
                      </a:r>
                      <a:r>
                        <a:rPr lang="ko-KR" altLang="en-US" dirty="0"/>
                        <a:t>상</a:t>
                      </a:r>
                      <a:r>
                        <a:rPr lang="en-US" altLang="ko-KR" dirty="0"/>
                        <a:t>/</a:t>
                      </a:r>
                      <a:r>
                        <a:rPr lang="ko-KR" altLang="en-US" dirty="0"/>
                        <a:t>하 공격</a:t>
                      </a:r>
                      <a:r>
                        <a:rPr lang="en-US" altLang="ko-KR" dirty="0"/>
                        <a:t>, </a:t>
                      </a:r>
                      <a:r>
                        <a:rPr lang="ko-KR" altLang="en-US" dirty="0" err="1"/>
                        <a:t>강공격</a:t>
                      </a:r>
                      <a:endParaRPr lang="ko-KR" alt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latinLnBrk="1"/>
                      <a:r>
                        <a:rPr lang="ko-KR" altLang="en-US" dirty="0" err="1"/>
                        <a:t>강공격</a:t>
                      </a:r>
                      <a:r>
                        <a:rPr lang="ko-KR" altLang="en-US" dirty="0"/>
                        <a:t> </a:t>
                      </a:r>
                      <a:r>
                        <a:rPr lang="ko-KR" altLang="en-US" dirty="0" err="1"/>
                        <a:t>미구현</a:t>
                      </a:r>
                      <a:endParaRPr lang="ko-KR" alt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latinLnBrk="1"/>
                      <a:r>
                        <a:rPr lang="en-US" altLang="ko-KR" dirty="0"/>
                        <a:t>80%</a:t>
                      </a:r>
                      <a:endParaRPr lang="ko-KR" altLang="en-US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485268530"/>
                  </a:ext>
                </a:extLst>
              </a:tr>
              <a:tr h="1380564">
                <a:tc>
                  <a:txBody>
                    <a:bodyPr/>
                    <a:lstStyle/>
                    <a:p>
                      <a:pPr algn="l" latinLnBrk="1"/>
                      <a:r>
                        <a:rPr lang="ko-KR" altLang="en-US" dirty="0"/>
                        <a:t>게임 코어 기능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latinLnBrk="1"/>
                      <a:r>
                        <a:rPr lang="ko-KR" altLang="en-US" dirty="0"/>
                        <a:t>플레이어와 적의 복싱 전투</a:t>
                      </a:r>
                      <a:endParaRPr lang="en-US" altLang="ko-KR" dirty="0"/>
                    </a:p>
                    <a:p>
                      <a:pPr latinLnBrk="1"/>
                      <a:r>
                        <a:rPr lang="ko-KR" altLang="en-US" dirty="0" err="1"/>
                        <a:t>넉다운</a:t>
                      </a:r>
                      <a:r>
                        <a:rPr lang="ko-KR" altLang="en-US" dirty="0"/>
                        <a:t> 시스템</a:t>
                      </a:r>
                      <a:endParaRPr lang="en-US" altLang="ko-KR" dirty="0"/>
                    </a:p>
                    <a:p>
                      <a:pPr latinLnBrk="1"/>
                      <a:r>
                        <a:rPr lang="ko-KR" altLang="en-US" dirty="0"/>
                        <a:t>카운트 다운</a:t>
                      </a:r>
                      <a:endParaRPr lang="en-US" altLang="ko-KR" dirty="0"/>
                    </a:p>
                    <a:p>
                      <a:pPr latinLnBrk="1"/>
                      <a:r>
                        <a:rPr lang="en-US" altLang="ko-KR" dirty="0"/>
                        <a:t>KO </a:t>
                      </a:r>
                      <a:r>
                        <a:rPr lang="ko-KR" altLang="en-US" dirty="0"/>
                        <a:t>시스템</a:t>
                      </a:r>
                      <a:endParaRPr lang="en-US" altLang="ko-KR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latinLnBrk="1"/>
                      <a:r>
                        <a:rPr lang="ko-KR" altLang="en-US" dirty="0" err="1"/>
                        <a:t>강공격</a:t>
                      </a:r>
                      <a:r>
                        <a:rPr lang="ko-KR" altLang="en-US" dirty="0"/>
                        <a:t> 미구현으로 인한</a:t>
                      </a:r>
                      <a:endParaRPr lang="en-US" altLang="ko-KR" dirty="0"/>
                    </a:p>
                    <a:p>
                      <a:pPr latinLnBrk="1"/>
                      <a:r>
                        <a:rPr lang="en-US" altLang="ko-KR" dirty="0"/>
                        <a:t>KO </a:t>
                      </a:r>
                      <a:r>
                        <a:rPr lang="ko-KR" altLang="en-US" dirty="0"/>
                        <a:t>시스템 </a:t>
                      </a:r>
                      <a:r>
                        <a:rPr lang="ko-KR" altLang="en-US" dirty="0" err="1"/>
                        <a:t>미구현</a:t>
                      </a:r>
                      <a:endParaRPr lang="en-US" altLang="ko-KR" dirty="0"/>
                    </a:p>
                    <a:p>
                      <a:pPr latinLnBrk="1"/>
                      <a:r>
                        <a:rPr lang="ko-KR" altLang="en-US" dirty="0"/>
                        <a:t>카운트 다운 </a:t>
                      </a:r>
                      <a:r>
                        <a:rPr lang="ko-KR" altLang="en-US" dirty="0" err="1"/>
                        <a:t>미구현</a:t>
                      </a:r>
                      <a:endParaRPr lang="ko-KR" alt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latinLnBrk="1"/>
                      <a:r>
                        <a:rPr lang="en-US" altLang="ko-KR" dirty="0"/>
                        <a:t>80%</a:t>
                      </a:r>
                      <a:endParaRPr lang="ko-KR" altLang="en-US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2798499793"/>
                  </a:ext>
                </a:extLst>
              </a:tr>
              <a:tr h="616534">
                <a:tc>
                  <a:txBody>
                    <a:bodyPr/>
                    <a:lstStyle/>
                    <a:p>
                      <a:pPr algn="l" latinLnBrk="1"/>
                      <a:r>
                        <a:rPr lang="ko-KR" altLang="en-US" dirty="0"/>
                        <a:t>사운드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altLang="ko-KR" dirty="0" err="1"/>
                        <a:t>Bgm</a:t>
                      </a:r>
                      <a:r>
                        <a:rPr lang="en-US" altLang="ko-KR" dirty="0"/>
                        <a:t>, </a:t>
                      </a:r>
                      <a:r>
                        <a:rPr lang="ko-KR" altLang="en-US" dirty="0"/>
                        <a:t>타격</a:t>
                      </a:r>
                      <a:r>
                        <a:rPr lang="en-US" altLang="ko-KR" dirty="0"/>
                        <a:t>/</a:t>
                      </a:r>
                      <a:r>
                        <a:rPr lang="ko-KR" altLang="en-US" dirty="0" err="1"/>
                        <a:t>피격음</a:t>
                      </a:r>
                      <a:r>
                        <a:rPr lang="en-US" altLang="ko-KR" dirty="0"/>
                        <a:t>, </a:t>
                      </a:r>
                      <a:r>
                        <a:rPr lang="ko-KR" altLang="en-US" dirty="0"/>
                        <a:t>카운트 다운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ko-KR" altLang="en-US" dirty="0"/>
                        <a:t>카운트 다운 </a:t>
                      </a:r>
                      <a:r>
                        <a:rPr lang="ko-KR" altLang="en-US" dirty="0" err="1"/>
                        <a:t>미구현</a:t>
                      </a:r>
                      <a:endParaRPr lang="ko-KR" alt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altLang="ko-KR" dirty="0"/>
                        <a:t>90%</a:t>
                      </a:r>
                      <a:endParaRPr lang="ko-KR" altLang="en-US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2794487074"/>
                  </a:ext>
                </a:extLst>
              </a:tr>
              <a:tr h="743380">
                <a:tc>
                  <a:txBody>
                    <a:bodyPr/>
                    <a:lstStyle/>
                    <a:p>
                      <a:pPr algn="l" latinLnBrk="1"/>
                      <a:r>
                        <a:rPr lang="en-US" altLang="ko-KR" dirty="0"/>
                        <a:t>UI</a:t>
                      </a:r>
                      <a:endParaRPr lang="ko-KR" alt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ko-KR" altLang="en-US" dirty="0" err="1"/>
                        <a:t>인트로</a:t>
                      </a:r>
                      <a:r>
                        <a:rPr lang="en-US" altLang="ko-KR" dirty="0"/>
                        <a:t>, </a:t>
                      </a:r>
                      <a:r>
                        <a:rPr lang="ko-KR" altLang="en-US" dirty="0"/>
                        <a:t>타이틀</a:t>
                      </a:r>
                      <a:r>
                        <a:rPr lang="en-US" altLang="ko-KR" dirty="0"/>
                        <a:t>, </a:t>
                      </a:r>
                      <a:r>
                        <a:rPr lang="ko-KR" altLang="en-US" dirty="0"/>
                        <a:t>메뉴</a:t>
                      </a:r>
                      <a:r>
                        <a:rPr lang="en-US" altLang="ko-KR" dirty="0"/>
                        <a:t>, </a:t>
                      </a:r>
                      <a:r>
                        <a:rPr lang="ko-KR" altLang="en-US" dirty="0"/>
                        <a:t>전투</a:t>
                      </a:r>
                      <a:r>
                        <a:rPr lang="en-US" altLang="ko-KR" dirty="0"/>
                        <a:t>, </a:t>
                      </a:r>
                      <a:r>
                        <a:rPr lang="ko-KR" altLang="en-US" dirty="0" err="1"/>
                        <a:t>결과창</a:t>
                      </a:r>
                      <a:r>
                        <a:rPr lang="en-US" altLang="ko-KR" dirty="0"/>
                        <a:t>, </a:t>
                      </a:r>
                      <a:r>
                        <a:rPr lang="ko-KR" altLang="en-US" dirty="0"/>
                        <a:t>게임오버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altLang="ko-KR" dirty="0" err="1"/>
                        <a:t>Tko</a:t>
                      </a:r>
                      <a:r>
                        <a:rPr lang="en-US" altLang="ko-KR" dirty="0"/>
                        <a:t>/ko,</a:t>
                      </a:r>
                      <a:r>
                        <a:rPr lang="ko-KR" altLang="en-US" dirty="0"/>
                        <a:t> 카운트다운</a:t>
                      </a:r>
                      <a:r>
                        <a:rPr lang="en-US" altLang="ko-KR" dirty="0"/>
                        <a:t>, </a:t>
                      </a:r>
                      <a:r>
                        <a:rPr lang="ko-KR" altLang="en-US" dirty="0"/>
                        <a:t>제한 시간</a:t>
                      </a:r>
                      <a:r>
                        <a:rPr lang="en-US" altLang="ko-KR" dirty="0"/>
                        <a:t> </a:t>
                      </a:r>
                      <a:r>
                        <a:rPr lang="ko-KR" altLang="en-US" dirty="0" err="1"/>
                        <a:t>미구현</a:t>
                      </a:r>
                      <a:endParaRPr lang="ko-KR" alt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altLang="ko-KR" dirty="0"/>
                        <a:t>70%</a:t>
                      </a:r>
                      <a:endParaRPr lang="ko-KR" altLang="en-US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3769005697"/>
                  </a:ext>
                </a:extLst>
              </a:tr>
              <a:tr h="743380">
                <a:tc>
                  <a:txBody>
                    <a:bodyPr/>
                    <a:lstStyle/>
                    <a:p>
                      <a:pPr algn="l" latinLnBrk="1"/>
                      <a:r>
                        <a:rPr lang="ko-KR" altLang="en-US" dirty="0"/>
                        <a:t>적</a:t>
                      </a:r>
                      <a:r>
                        <a:rPr lang="en-US" altLang="ko-KR" dirty="0"/>
                        <a:t> </a:t>
                      </a:r>
                      <a:r>
                        <a:rPr lang="ko-KR" altLang="en-US" dirty="0"/>
                        <a:t>행동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ko-KR" altLang="en-US" dirty="0"/>
                        <a:t>일반행동</a:t>
                      </a:r>
                      <a:r>
                        <a:rPr lang="en-US" altLang="ko-KR" dirty="0"/>
                        <a:t>(</a:t>
                      </a:r>
                      <a:r>
                        <a:rPr lang="ko-KR" altLang="en-US" dirty="0"/>
                        <a:t>회피</a:t>
                      </a:r>
                      <a:r>
                        <a:rPr lang="en-US" altLang="ko-KR" dirty="0"/>
                        <a:t>, </a:t>
                      </a:r>
                      <a:r>
                        <a:rPr lang="ko-KR" altLang="en-US" dirty="0"/>
                        <a:t>공격</a:t>
                      </a:r>
                      <a:r>
                        <a:rPr lang="en-US" altLang="ko-KR" dirty="0"/>
                        <a:t>), </a:t>
                      </a:r>
                      <a:r>
                        <a:rPr lang="ko-KR" altLang="en-US" dirty="0"/>
                        <a:t>특수 스킬</a:t>
                      </a:r>
                      <a:r>
                        <a:rPr lang="en-US" altLang="ko-KR" dirty="0"/>
                        <a:t>(</a:t>
                      </a:r>
                      <a:r>
                        <a:rPr lang="ko-KR" altLang="en-US" dirty="0" err="1"/>
                        <a:t>강공격</a:t>
                      </a:r>
                      <a:r>
                        <a:rPr lang="en-US" altLang="ko-KR" dirty="0"/>
                        <a:t>, </a:t>
                      </a:r>
                      <a:r>
                        <a:rPr lang="ko-KR" altLang="en-US" dirty="0"/>
                        <a:t>회복</a:t>
                      </a:r>
                      <a:r>
                        <a:rPr lang="en-US" altLang="ko-KR" dirty="0"/>
                        <a:t>)</a:t>
                      </a:r>
                      <a:endParaRPr lang="ko-KR" alt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ko-KR" altLang="en-US" dirty="0"/>
                        <a:t>특수 스킬 </a:t>
                      </a:r>
                      <a:r>
                        <a:rPr lang="ko-KR" altLang="en-US" dirty="0" err="1"/>
                        <a:t>미구현</a:t>
                      </a:r>
                      <a:endParaRPr lang="ko-KR" alt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altLang="ko-KR" dirty="0"/>
                        <a:t>80%</a:t>
                      </a:r>
                      <a:endParaRPr lang="ko-KR" altLang="en-US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364774590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265132867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98E8EFC1-FE6C-EC4A-BFB7-802F8B1C4C48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>
            <a:extLst>
              <a:ext uri="{FF2B5EF4-FFF2-40B4-BE49-F238E27FC236}">
                <a16:creationId xmlns:a16="http://schemas.microsoft.com/office/drawing/2014/main" id="{21F196FF-1FB0-8C3C-B3E6-50B799AD7878}"/>
              </a:ext>
            </a:extLst>
          </p:cNvPr>
          <p:cNvSpPr txBox="1"/>
          <p:nvPr/>
        </p:nvSpPr>
        <p:spPr>
          <a:xfrm>
            <a:off x="355600" y="241300"/>
            <a:ext cx="2525050" cy="58477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ko-KR" altLang="en-US" sz="3200" b="1" dirty="0"/>
              <a:t>깃 </a:t>
            </a:r>
            <a:r>
              <a:rPr lang="ko-KR" altLang="en-US" sz="3200" b="1" dirty="0" err="1"/>
              <a:t>커밋</a:t>
            </a:r>
            <a:r>
              <a:rPr lang="ko-KR" altLang="en-US" sz="3200" b="1" dirty="0"/>
              <a:t> 통계</a:t>
            </a:r>
          </a:p>
        </p:txBody>
      </p:sp>
      <p:pic>
        <p:nvPicPr>
          <p:cNvPr id="7" name="그림 6">
            <a:extLst>
              <a:ext uri="{FF2B5EF4-FFF2-40B4-BE49-F238E27FC236}">
                <a16:creationId xmlns:a16="http://schemas.microsoft.com/office/drawing/2014/main" id="{32BF27F7-C884-F96A-1552-4501A8DAA279}"/>
              </a:ext>
            </a:extLst>
          </p:cNvPr>
          <p:cNvPicPr>
            <a:picLocks noChangeAspect="1"/>
          </p:cNvPicPr>
          <p:nvPr/>
        </p:nvPicPr>
        <p:blipFill>
          <a:blip r:embed="rId2"/>
          <a:srcRect l="74490" t="31150" r="10080" b="7092"/>
          <a:stretch>
            <a:fillRect/>
          </a:stretch>
        </p:blipFill>
        <p:spPr>
          <a:xfrm>
            <a:off x="663212" y="1498058"/>
            <a:ext cx="2217438" cy="4663867"/>
          </a:xfrm>
          <a:prstGeom prst="rect">
            <a:avLst/>
          </a:prstGeom>
        </p:spPr>
      </p:pic>
      <p:graphicFrame>
        <p:nvGraphicFramePr>
          <p:cNvPr id="13" name="표 12">
            <a:extLst>
              <a:ext uri="{FF2B5EF4-FFF2-40B4-BE49-F238E27FC236}">
                <a16:creationId xmlns:a16="http://schemas.microsoft.com/office/drawing/2014/main" id="{D83307F3-86CA-C06B-6261-EC8193DD58E4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3908349065"/>
              </p:ext>
            </p:extLst>
          </p:nvPr>
        </p:nvGraphicFramePr>
        <p:xfrm>
          <a:off x="3410085" y="1498058"/>
          <a:ext cx="6599677" cy="4663868"/>
        </p:xfrm>
        <a:graphic>
          <a:graphicData uri="http://schemas.openxmlformats.org/drawingml/2006/table">
            <a:tbl>
              <a:tblPr firstRow="1" bandRow="1">
                <a:tableStyleId>{9D7B26C5-4107-4FEC-AEDC-1716B250A1EF}</a:tableStyleId>
              </a:tblPr>
              <a:tblGrid>
                <a:gridCol w="3321455">
                  <a:extLst>
                    <a:ext uri="{9D8B030D-6E8A-4147-A177-3AD203B41FA5}">
                      <a16:colId xmlns:a16="http://schemas.microsoft.com/office/drawing/2014/main" val="3446695894"/>
                    </a:ext>
                  </a:extLst>
                </a:gridCol>
                <a:gridCol w="3278222">
                  <a:extLst>
                    <a:ext uri="{9D8B030D-6E8A-4147-A177-3AD203B41FA5}">
                      <a16:colId xmlns:a16="http://schemas.microsoft.com/office/drawing/2014/main" val="3201473181"/>
                    </a:ext>
                  </a:extLst>
                </a:gridCol>
              </a:tblGrid>
              <a:tr h="531990">
                <a:tc>
                  <a:txBody>
                    <a:bodyPr/>
                    <a:lstStyle/>
                    <a:p>
                      <a:pPr algn="l" latinLnBrk="1"/>
                      <a:r>
                        <a:rPr lang="ko-KR" altLang="en-US" dirty="0"/>
                        <a:t>주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l" latinLnBrk="1"/>
                      <a:r>
                        <a:rPr lang="ko-KR" altLang="en-US" dirty="0" err="1"/>
                        <a:t>커밋</a:t>
                      </a:r>
                      <a:r>
                        <a:rPr lang="ko-KR" altLang="en-US" dirty="0"/>
                        <a:t> 횟수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2889077218"/>
                  </a:ext>
                </a:extLst>
              </a:tr>
              <a:tr h="531990">
                <a:tc>
                  <a:txBody>
                    <a:bodyPr/>
                    <a:lstStyle/>
                    <a:p>
                      <a:pPr algn="l" latinLnBrk="1"/>
                      <a:r>
                        <a:rPr lang="en-US" altLang="ko-KR" dirty="0"/>
                        <a:t>Week</a:t>
                      </a:r>
                      <a:r>
                        <a:rPr lang="ko-KR" altLang="en-US" dirty="0"/>
                        <a:t> </a:t>
                      </a:r>
                      <a:r>
                        <a:rPr lang="en-US" altLang="ko-KR" dirty="0"/>
                        <a:t>of</a:t>
                      </a:r>
                      <a:r>
                        <a:rPr lang="ko-KR" altLang="en-US" dirty="0"/>
                        <a:t> </a:t>
                      </a:r>
                      <a:r>
                        <a:rPr lang="en-US" altLang="ko-KR" dirty="0"/>
                        <a:t>Oct 26</a:t>
                      </a:r>
                      <a:endParaRPr lang="ko-KR" alt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l" latinLnBrk="1"/>
                      <a:r>
                        <a:rPr lang="en-US" altLang="ko-KR" dirty="0"/>
                        <a:t>5</a:t>
                      </a:r>
                      <a:endParaRPr lang="ko-KR" altLang="en-US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278121419"/>
                  </a:ext>
                </a:extLst>
              </a:tr>
              <a:tr h="531990">
                <a:tc>
                  <a:txBody>
                    <a:bodyPr/>
                    <a:lstStyle/>
                    <a:p>
                      <a:pPr algn="l" latinLnBrk="1"/>
                      <a:r>
                        <a:rPr lang="en-US" altLang="ko-KR" dirty="0"/>
                        <a:t>Week</a:t>
                      </a:r>
                      <a:r>
                        <a:rPr lang="ko-KR" altLang="en-US" dirty="0"/>
                        <a:t> </a:t>
                      </a:r>
                      <a:r>
                        <a:rPr lang="en-US" altLang="ko-KR" dirty="0"/>
                        <a:t>of Nov 2</a:t>
                      </a:r>
                      <a:endParaRPr lang="ko-KR" alt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l" latinLnBrk="1"/>
                      <a:r>
                        <a:rPr lang="en-US" altLang="ko-KR" dirty="0"/>
                        <a:t>3</a:t>
                      </a:r>
                      <a:endParaRPr lang="ko-KR" altLang="en-US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485268530"/>
                  </a:ext>
                </a:extLst>
              </a:tr>
              <a:tr h="611582">
                <a:tc>
                  <a:txBody>
                    <a:bodyPr/>
                    <a:lstStyle/>
                    <a:p>
                      <a:pPr algn="l" latinLnBrk="1"/>
                      <a:r>
                        <a:rPr lang="en-US" altLang="ko-KR" dirty="0"/>
                        <a:t>Week</a:t>
                      </a:r>
                      <a:r>
                        <a:rPr lang="ko-KR" altLang="en-US" dirty="0"/>
                        <a:t> </a:t>
                      </a:r>
                      <a:r>
                        <a:rPr lang="en-US" altLang="ko-KR" dirty="0"/>
                        <a:t>of Nov 9</a:t>
                      </a:r>
                      <a:endParaRPr lang="ko-KR" alt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l" latinLnBrk="1"/>
                      <a:r>
                        <a:rPr lang="en-US" altLang="ko-KR" dirty="0"/>
                        <a:t>35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2798499793"/>
                  </a:ext>
                </a:extLst>
              </a:tr>
              <a:tr h="531990">
                <a:tc>
                  <a:txBody>
                    <a:bodyPr/>
                    <a:lstStyle/>
                    <a:p>
                      <a:pPr algn="l" latinLnBrk="1"/>
                      <a:r>
                        <a:rPr lang="en-US" altLang="ko-KR" dirty="0"/>
                        <a:t>Week</a:t>
                      </a:r>
                      <a:r>
                        <a:rPr lang="ko-KR" altLang="en-US" dirty="0"/>
                        <a:t> </a:t>
                      </a:r>
                      <a:r>
                        <a:rPr lang="en-US" altLang="ko-KR" dirty="0"/>
                        <a:t>of Nov 16</a:t>
                      </a:r>
                      <a:endParaRPr lang="ko-KR" alt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altLang="ko-KR" dirty="0"/>
                        <a:t>26</a:t>
                      </a:r>
                      <a:endParaRPr lang="ko-KR" altLang="en-US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2794487074"/>
                  </a:ext>
                </a:extLst>
              </a:tr>
              <a:tr h="641442">
                <a:tc>
                  <a:txBody>
                    <a:bodyPr/>
                    <a:lstStyle/>
                    <a:p>
                      <a:pPr algn="l" latinLnBrk="1"/>
                      <a:r>
                        <a:rPr lang="en-US" altLang="ko-KR" dirty="0"/>
                        <a:t>Week</a:t>
                      </a:r>
                      <a:r>
                        <a:rPr lang="ko-KR" altLang="en-US" dirty="0"/>
                        <a:t> </a:t>
                      </a:r>
                      <a:r>
                        <a:rPr lang="en-US" altLang="ko-KR" dirty="0"/>
                        <a:t>of Nov 23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altLang="ko-KR" dirty="0"/>
                        <a:t>0</a:t>
                      </a:r>
                      <a:endParaRPr lang="ko-KR" altLang="en-US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3769005697"/>
                  </a:ext>
                </a:extLst>
              </a:tr>
              <a:tr h="641442">
                <a:tc>
                  <a:txBody>
                    <a:bodyPr/>
                    <a:lstStyle/>
                    <a:p>
                      <a:pPr algn="l" latinLnBrk="1"/>
                      <a:r>
                        <a:rPr lang="en-US" altLang="ko-KR" dirty="0"/>
                        <a:t>Week</a:t>
                      </a:r>
                      <a:r>
                        <a:rPr lang="ko-KR" altLang="en-US" dirty="0"/>
                        <a:t> </a:t>
                      </a:r>
                      <a:r>
                        <a:rPr lang="en-US" altLang="ko-KR" dirty="0"/>
                        <a:t>of Nov 30</a:t>
                      </a:r>
                      <a:endParaRPr lang="ko-KR" alt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altLang="ko-KR" dirty="0"/>
                        <a:t>23</a:t>
                      </a:r>
                      <a:endParaRPr lang="ko-KR" altLang="en-US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364774590"/>
                  </a:ext>
                </a:extLst>
              </a:tr>
              <a:tr h="641442">
                <a:tc>
                  <a:txBody>
                    <a:bodyPr/>
                    <a:lstStyle/>
                    <a:p>
                      <a:pPr algn="l" latinLnBrk="1"/>
                      <a:r>
                        <a:rPr lang="en-US" altLang="ko-KR" dirty="0"/>
                        <a:t>Week</a:t>
                      </a:r>
                      <a:r>
                        <a:rPr lang="ko-KR" altLang="en-US" dirty="0"/>
                        <a:t> </a:t>
                      </a:r>
                      <a:r>
                        <a:rPr lang="en-US" altLang="ko-KR" dirty="0"/>
                        <a:t>of Dec 7</a:t>
                      </a:r>
                      <a:endParaRPr lang="ko-KR" alt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altLang="ko-KR" dirty="0"/>
                        <a:t>17</a:t>
                      </a:r>
                      <a:endParaRPr lang="ko-KR" altLang="en-US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3692659639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2152480019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테마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맑은 고딕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맑은 고딕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482</TotalTime>
  <Words>162</Words>
  <Application>Microsoft Office PowerPoint</Application>
  <PresentationFormat>와이드스크린</PresentationFormat>
  <Paragraphs>53</Paragraphs>
  <Slides>3</Slides>
  <Notes>0</Notes>
  <HiddenSlides>0</HiddenSlides>
  <MMClips>0</MMClips>
  <ScaleCrop>false</ScaleCrop>
  <HeadingPairs>
    <vt:vector size="6" baseType="variant">
      <vt:variant>
        <vt:lpstr>사용한 글꼴</vt:lpstr>
      </vt:variant>
      <vt:variant>
        <vt:i4>3</vt:i4>
      </vt:variant>
      <vt:variant>
        <vt:lpstr>테마</vt:lpstr>
      </vt:variant>
      <vt:variant>
        <vt:i4>1</vt:i4>
      </vt:variant>
      <vt:variant>
        <vt:lpstr>슬라이드 제목</vt:lpstr>
      </vt:variant>
      <vt:variant>
        <vt:i4>3</vt:i4>
      </vt:variant>
    </vt:vector>
  </HeadingPairs>
  <TitlesOfParts>
    <vt:vector size="7" baseType="lpstr">
      <vt:lpstr>HY헤드라인M</vt:lpstr>
      <vt:lpstr>맑은 고딕</vt:lpstr>
      <vt:lpstr>Arial</vt:lpstr>
      <vt:lpstr>Office 테마</vt:lpstr>
      <vt:lpstr>PowerPoint 프레젠테이션</vt:lpstr>
      <vt:lpstr>PowerPoint 프레젠테이션</vt:lpstr>
      <vt:lpstr>PowerPoint 프레젠테이션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승우 홍</dc:creator>
  <cp:lastModifiedBy>홍승우</cp:lastModifiedBy>
  <cp:revision>3</cp:revision>
  <dcterms:created xsi:type="dcterms:W3CDTF">2025-09-27T12:33:34Z</dcterms:created>
  <dcterms:modified xsi:type="dcterms:W3CDTF">2025-12-07T23:39:01Z</dcterms:modified>
</cp:coreProperties>
</file>